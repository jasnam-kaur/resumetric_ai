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B2B"/>
    <a:srgbClr val="2B3DA2"/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43"/>
  </p:normalViewPr>
  <p:slideViewPr>
    <p:cSldViewPr snapToGrid="0">
      <p:cViewPr varScale="1">
        <p:scale>
          <a:sx n="115" d="100"/>
          <a:sy n="115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9C50C-B326-7745-9996-85C45D108982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5C7C0-58BD-8947-B36B-2245409A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2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5C7C0-58BD-8947-B36B-2245409AC2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36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5C7C0-58BD-8947-B36B-2245409AC2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00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5C7C0-58BD-8947-B36B-2245409AC2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20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2A83-3279-D041-8822-BF55F82598FC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E816-9282-0B4D-8737-07934E29B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101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2A83-3279-D041-8822-BF55F82598FC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E816-9282-0B4D-8737-07934E29B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770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2A83-3279-D041-8822-BF55F82598FC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E816-9282-0B4D-8737-07934E29B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517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2A83-3279-D041-8822-BF55F82598FC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E816-9282-0B4D-8737-07934E29B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10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2A83-3279-D041-8822-BF55F82598FC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E816-9282-0B4D-8737-07934E29B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13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2A83-3279-D041-8822-BF55F82598FC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E816-9282-0B4D-8737-07934E29B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86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2A83-3279-D041-8822-BF55F82598FC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E816-9282-0B4D-8737-07934E29B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934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2A83-3279-D041-8822-BF55F82598FC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E816-9282-0B4D-8737-07934E29B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713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2A83-3279-D041-8822-BF55F82598FC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E816-9282-0B4D-8737-07934E29B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84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2A83-3279-D041-8822-BF55F82598FC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E816-9282-0B4D-8737-07934E29B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155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2A83-3279-D041-8822-BF55F82598FC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1E816-9282-0B4D-8737-07934E29B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813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50A2A83-3279-D041-8822-BF55F82598FC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9F1E816-9282-0B4D-8737-07934E29B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170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esumetric-ai.onrender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1A9F4F0-8D37-68F4-3630-ACC388332DCF}"/>
              </a:ext>
            </a:extLst>
          </p:cNvPr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49ABF1D-24E3-C8AD-CC30-866A61407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1" cy="6858000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8824FC1-C4C5-1CFD-F17F-9A127E9D317A}"/>
                </a:ext>
              </a:extLst>
            </p:cNvPr>
            <p:cNvGrpSpPr/>
            <p:nvPr/>
          </p:nvGrpSpPr>
          <p:grpSpPr>
            <a:xfrm>
              <a:off x="5404624" y="133813"/>
              <a:ext cx="1382751" cy="1315843"/>
              <a:chOff x="5311956" y="111510"/>
              <a:chExt cx="1382751" cy="1315843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BD4CB36-A558-1CF8-80E1-6C2E7CFD8ECA}"/>
                  </a:ext>
                </a:extLst>
              </p:cNvPr>
              <p:cNvSpPr/>
              <p:nvPr/>
            </p:nvSpPr>
            <p:spPr>
              <a:xfrm>
                <a:off x="5311956" y="111510"/>
                <a:ext cx="1382751" cy="1315843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773D7C3-E0BE-7C61-989B-AC09CBBAEA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436346" y="158862"/>
                <a:ext cx="1133975" cy="1133975"/>
              </a:xfrm>
              <a:prstGeom prst="rect">
                <a:avLst/>
              </a:prstGeom>
            </p:spPr>
          </p:pic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B6380C-7870-E6B4-0903-1EDB079B08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7513C3C-2DC0-C5B3-15AD-28D9A79D81C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1" cy="6858000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C460F46-3B5A-3C04-1BD8-6888A296196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404624" y="133813"/>
              <a:ext cx="1382751" cy="1315843"/>
              <a:chOff x="5311956" y="111510"/>
              <a:chExt cx="1382751" cy="131584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B326BA8-03D3-9069-81C1-D9ABF5AB119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311956" y="111510"/>
                <a:ext cx="1382751" cy="1315843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8F8B2D42-5643-AB74-6CA1-8651BE6DCF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436346" y="158862"/>
                <a:ext cx="1133975" cy="11339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420194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E747B4-6498-DF93-A2DD-266E569A60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985" y="0"/>
            <a:ext cx="12282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914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80D560-3C94-AF16-E129-8E517D046D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95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261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FE5A55-2958-A279-9CE6-C46C7025E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7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68EECC-9427-384F-1C02-DE3D553B8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7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72C5A1-0437-A22D-A5D0-26CD22E18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7397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3A4199-7410-0138-597A-33D09128A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422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300A41-D54A-CB31-02E9-1DBE31CCD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9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807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F58C6D-4D0B-27B2-5B99-79FA75341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08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67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83F4AF-0724-FA7D-1003-AADC1B43B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22629" cy="690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93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878496E-DE54-E2C3-57F1-BF0A9D752EB9}"/>
              </a:ext>
            </a:extLst>
          </p:cNvPr>
          <p:cNvGrpSpPr/>
          <p:nvPr/>
        </p:nvGrpSpPr>
        <p:grpSpPr>
          <a:xfrm>
            <a:off x="2608895" y="3746139"/>
            <a:ext cx="6974203" cy="738664"/>
            <a:chOff x="2426275" y="3244334"/>
            <a:chExt cx="6974203" cy="73866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11AA062-1A3D-A32E-BE96-344A2C0D170A}"/>
                </a:ext>
              </a:extLst>
            </p:cNvPr>
            <p:cNvSpPr txBox="1"/>
            <p:nvPr/>
          </p:nvSpPr>
          <p:spPr>
            <a:xfrm>
              <a:off x="3980984" y="3613666"/>
              <a:ext cx="40882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 w="0"/>
                  <a:solidFill>
                    <a:schemeClr val="accent6">
                      <a:lumMod val="20000"/>
                      <a:lumOff val="8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hlinkClick r:id="rId3" tooltip="CLICK ON THE LINK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https://resumetric-ai.onrender.com/</a:t>
              </a:r>
              <a:endParaRPr lang="en-US" dirty="0">
                <a:ln w="0"/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4C4A9C1-15FE-4DEF-6784-DB427721CDEC}"/>
                </a:ext>
              </a:extLst>
            </p:cNvPr>
            <p:cNvSpPr txBox="1"/>
            <p:nvPr/>
          </p:nvSpPr>
          <p:spPr>
            <a:xfrm>
              <a:off x="2426275" y="3244334"/>
              <a:ext cx="6974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Britannic Bold" panose="020B0903060703020204" pitchFamily="34" charset="77"/>
                </a:rPr>
                <a:t>You may view the live project and explore the AI-driven portal here:</a:t>
              </a:r>
              <a:endParaRPr lang="en-US" dirty="0">
                <a:latin typeface="Britannic Bold" panose="020B0903060703020204" pitchFamily="34" charset="77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1F6A304-83AC-2771-98B6-005FDCDF1A8E}"/>
              </a:ext>
            </a:extLst>
          </p:cNvPr>
          <p:cNvSpPr/>
          <p:nvPr/>
        </p:nvSpPr>
        <p:spPr>
          <a:xfrm>
            <a:off x="4087276" y="2321004"/>
            <a:ext cx="40174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tencil" pitchFamily="82" charset="77"/>
                <a:cs typeface="Times New Roman" panose="02020603050405020304" pitchFamily="18" charset="0"/>
              </a:rPr>
              <a:t>THANK YOU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310D30-BE76-8848-4341-42CD8ABD70DF}"/>
              </a:ext>
            </a:extLst>
          </p:cNvPr>
          <p:cNvGrpSpPr/>
          <p:nvPr/>
        </p:nvGrpSpPr>
        <p:grpSpPr>
          <a:xfrm>
            <a:off x="5404622" y="904360"/>
            <a:ext cx="1382751" cy="1315843"/>
            <a:chOff x="5404624" y="124705"/>
            <a:chExt cx="1382751" cy="131584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07B9D91-2F0B-17F3-D72B-5E148C692195}"/>
                </a:ext>
              </a:extLst>
            </p:cNvPr>
            <p:cNvSpPr/>
            <p:nvPr/>
          </p:nvSpPr>
          <p:spPr>
            <a:xfrm>
              <a:off x="5404624" y="124705"/>
              <a:ext cx="1382751" cy="1315843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E68B81A-41B0-2EEB-DDF1-05F538698377}"/>
                </a:ext>
              </a:extLst>
            </p:cNvPr>
            <p:cNvPicPr/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29014" y="181165"/>
              <a:ext cx="1133975" cy="1133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30766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26</Words>
  <Application>Microsoft Macintosh PowerPoint</Application>
  <PresentationFormat>Widescreen</PresentationFormat>
  <Paragraphs>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Britannic Bold</vt:lpstr>
      <vt:lpstr>Stencil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Puja Vasudeva</dc:creator>
  <cp:lastModifiedBy>Puja Vasudeva</cp:lastModifiedBy>
  <cp:revision>1</cp:revision>
  <dcterms:created xsi:type="dcterms:W3CDTF">2026-03-04T16:40:59Z</dcterms:created>
  <dcterms:modified xsi:type="dcterms:W3CDTF">2026-03-04T17:15:22Z</dcterms:modified>
</cp:coreProperties>
</file>